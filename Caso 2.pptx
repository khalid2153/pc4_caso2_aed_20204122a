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9BCB484-69C4-4A7D-9622-4FA0905EE572}" type="datetimeFigureOut">
              <a:rPr lang="es-PE" smtClean="0"/>
              <a:t>23/06/2023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50B2EE8-BA11-4E8B-98B2-6384F9F0A042}" type="slidenum">
              <a:rPr lang="es-PE" smtClean="0"/>
              <a:t>‹Nº›</a:t>
            </a:fld>
            <a:endParaRPr lang="es-PE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47335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B484-69C4-4A7D-9622-4FA0905EE572}" type="datetimeFigureOut">
              <a:rPr lang="es-PE" smtClean="0"/>
              <a:t>23/06/2023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B2EE8-BA11-4E8B-98B2-6384F9F0A04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40592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9BCB484-69C4-4A7D-9622-4FA0905EE572}" type="datetimeFigureOut">
              <a:rPr lang="es-PE" smtClean="0"/>
              <a:t>23/06/2023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50B2EE8-BA11-4E8B-98B2-6384F9F0A042}" type="slidenum">
              <a:rPr lang="es-PE" smtClean="0"/>
              <a:t>‹Nº›</a:t>
            </a:fld>
            <a:endParaRPr lang="es-PE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826044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B484-69C4-4A7D-9622-4FA0905EE572}" type="datetimeFigureOut">
              <a:rPr lang="es-PE" smtClean="0"/>
              <a:t>23/06/2023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B2EE8-BA11-4E8B-98B2-6384F9F0A04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821784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B484-69C4-4A7D-9622-4FA0905EE572}" type="datetimeFigureOut">
              <a:rPr lang="es-PE" smtClean="0"/>
              <a:t>23/06/2023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B2EE8-BA11-4E8B-98B2-6384F9F0A04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294097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B484-69C4-4A7D-9622-4FA0905EE572}" type="datetimeFigureOut">
              <a:rPr lang="es-PE" smtClean="0"/>
              <a:t>23/06/2023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B2EE8-BA11-4E8B-98B2-6384F9F0A04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12647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B484-69C4-4A7D-9622-4FA0905EE572}" type="datetimeFigureOut">
              <a:rPr lang="es-PE" smtClean="0"/>
              <a:t>23/06/2023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B2EE8-BA11-4E8B-98B2-6384F9F0A04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64813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C9BCB484-69C4-4A7D-9622-4FA0905EE572}" type="datetimeFigureOut">
              <a:rPr lang="es-PE" smtClean="0"/>
              <a:t>23/06/2023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550B2EE8-BA11-4E8B-98B2-6384F9F0A042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08160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C9BCB484-69C4-4A7D-9622-4FA0905EE572}" type="datetimeFigureOut">
              <a:rPr lang="es-PE" smtClean="0"/>
              <a:t>23/06/2023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550B2EE8-BA11-4E8B-98B2-6384F9F0A04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5319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B484-69C4-4A7D-9622-4FA0905EE572}" type="datetimeFigureOut">
              <a:rPr lang="es-PE" smtClean="0"/>
              <a:t>23/06/2023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B2EE8-BA11-4E8B-98B2-6384F9F0A04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77803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CB484-69C4-4A7D-9622-4FA0905EE572}" type="datetimeFigureOut">
              <a:rPr lang="es-PE" smtClean="0"/>
              <a:t>23/06/2023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B2EE8-BA11-4E8B-98B2-6384F9F0A04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62455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9BCB484-69C4-4A7D-9622-4FA0905EE572}" type="datetimeFigureOut">
              <a:rPr lang="es-PE" smtClean="0"/>
              <a:t>23/06/2023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0B2EE8-BA11-4E8B-98B2-6384F9F0A042}" type="slidenum">
              <a:rPr lang="es-PE" smtClean="0"/>
              <a:t>‹Nº›</a:t>
            </a:fld>
            <a:endParaRPr lang="es-PE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78559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68BBB0-0D3C-8F27-A26D-2C2B29EA7E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Caso 2: Referencia cruzada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45BC59-369F-B66D-B7C7-2011EAAAB4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/>
              <a:t>Alumno:</a:t>
            </a:r>
            <a:br>
              <a:rPr lang="es-ES"/>
            </a:br>
            <a:r>
              <a:rPr lang="es-ES"/>
              <a:t>Khalid Izquierdo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59648197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B9CC35-C814-A764-949B-7DAF290C9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Problema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7C4D378-5572-FFCB-59BD-A206963E8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51" y="1167988"/>
            <a:ext cx="9153497" cy="569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81224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B9CC35-C814-A764-949B-7DAF290C9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Problema</a:t>
            </a: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3EFD9BE-FCD9-4162-A431-CBBA78298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390" y="2408917"/>
            <a:ext cx="3945113" cy="204005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911DC5A-CD3F-DF24-F973-386F78489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194" y="1128451"/>
            <a:ext cx="2179416" cy="460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53962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380131-BA6D-C7D2-EA2F-7AD531302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Código: </a:t>
            </a:r>
            <a:r>
              <a:rPr lang="es-MX" dirty="0" err="1"/>
              <a:t>Class</a:t>
            </a:r>
            <a:r>
              <a:rPr lang="es-MX" dirty="0"/>
              <a:t> </a:t>
            </a:r>
            <a:r>
              <a:rPr lang="es-MX" dirty="0" err="1"/>
              <a:t>Node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D74FB9C-CFB7-D3B3-050C-C6EF016BB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661" y="1662112"/>
            <a:ext cx="6424355" cy="4339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09134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F1417-A585-6248-C00B-C65C2219A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Código: </a:t>
            </a:r>
            <a:r>
              <a:rPr lang="es-MX" dirty="0" err="1"/>
              <a:t>Class</a:t>
            </a:r>
            <a:r>
              <a:rPr lang="es-MX" dirty="0"/>
              <a:t> </a:t>
            </a:r>
            <a:r>
              <a:rPr lang="es-MX" dirty="0" err="1"/>
              <a:t>BinarySearchTree</a:t>
            </a:r>
            <a:r>
              <a:rPr lang="es-MX" dirty="0"/>
              <a:t> 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60D575D-B0E4-D5B7-6F72-209EADC7B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23" y="1525150"/>
            <a:ext cx="3991532" cy="171473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A42777D-7EAB-24B0-2159-94417ED37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9203" y="1905642"/>
            <a:ext cx="7697274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39602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F1417-A585-6248-C00B-C65C2219A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Código: </a:t>
            </a:r>
            <a:r>
              <a:rPr lang="es-MX" dirty="0" err="1"/>
              <a:t>Class</a:t>
            </a:r>
            <a:r>
              <a:rPr lang="es-MX" dirty="0"/>
              <a:t> </a:t>
            </a:r>
            <a:r>
              <a:rPr lang="es-MX" dirty="0" err="1"/>
              <a:t>BinarySearchTree</a:t>
            </a:r>
            <a:r>
              <a:rPr lang="es-MX" dirty="0"/>
              <a:t> 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8691EF7-6143-9AA3-B20A-18382AB33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531" y="2617146"/>
            <a:ext cx="3605480" cy="1864431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7A2E979F-7C9B-4F3D-369B-61E42412B63A}"/>
              </a:ext>
            </a:extLst>
          </p:cNvPr>
          <p:cNvSpPr/>
          <p:nvPr/>
        </p:nvSpPr>
        <p:spPr>
          <a:xfrm>
            <a:off x="7429715" y="1596171"/>
            <a:ext cx="714375" cy="413604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/>
              <a:t>ah,</a:t>
            </a:r>
            <a:endParaRPr lang="es-PE" sz="1600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C9C0F143-400F-9429-8B72-41E62B08580A}"/>
              </a:ext>
            </a:extLst>
          </p:cNvPr>
          <p:cNvCxnSpPr>
            <a:cxnSpLocks/>
            <a:stCxn id="4" idx="5"/>
            <a:endCxn id="12" idx="0"/>
          </p:cNvCxnSpPr>
          <p:nvPr/>
        </p:nvCxnSpPr>
        <p:spPr>
          <a:xfrm>
            <a:off x="8039472" y="1949204"/>
            <a:ext cx="580311" cy="298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lipse 11">
            <a:extLst>
              <a:ext uri="{FF2B5EF4-FFF2-40B4-BE49-F238E27FC236}">
                <a16:creationId xmlns:a16="http://schemas.microsoft.com/office/drawing/2014/main" id="{820DAE28-0AAE-49FA-E0E1-9C329B2D09C0}"/>
              </a:ext>
            </a:extLst>
          </p:cNvPr>
          <p:cNvSpPr/>
          <p:nvPr/>
        </p:nvSpPr>
        <p:spPr>
          <a:xfrm>
            <a:off x="8187506" y="2248175"/>
            <a:ext cx="864553" cy="43227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/>
              <a:t>pero</a:t>
            </a:r>
            <a:endParaRPr lang="es-PE" dirty="0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21B781D9-99F5-11DA-754A-8AA609CCF329}"/>
              </a:ext>
            </a:extLst>
          </p:cNvPr>
          <p:cNvSpPr/>
          <p:nvPr/>
        </p:nvSpPr>
        <p:spPr>
          <a:xfrm>
            <a:off x="10358453" y="2873615"/>
            <a:ext cx="960438" cy="43227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/>
              <a:t>tengo</a:t>
            </a:r>
            <a:endParaRPr lang="es-PE" sz="1600" dirty="0"/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C8A4B577-FCE8-0DD6-0059-772E2F57E93F}"/>
              </a:ext>
            </a:extLst>
          </p:cNvPr>
          <p:cNvCxnSpPr>
            <a:cxnSpLocks/>
            <a:stCxn id="12" idx="5"/>
            <a:endCxn id="22" idx="0"/>
          </p:cNvCxnSpPr>
          <p:nvPr/>
        </p:nvCxnSpPr>
        <p:spPr>
          <a:xfrm>
            <a:off x="8925448" y="2617146"/>
            <a:ext cx="1913224" cy="256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48">
            <a:extLst>
              <a:ext uri="{FF2B5EF4-FFF2-40B4-BE49-F238E27FC236}">
                <a16:creationId xmlns:a16="http://schemas.microsoft.com/office/drawing/2014/main" id="{1211C88D-3D7D-59AA-B2C6-EB830FFF8E43}"/>
              </a:ext>
            </a:extLst>
          </p:cNvPr>
          <p:cNvSpPr/>
          <p:nvPr/>
        </p:nvSpPr>
        <p:spPr>
          <a:xfrm>
            <a:off x="5914362" y="2830900"/>
            <a:ext cx="1655763" cy="517709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/>
              <a:t>entendido</a:t>
            </a:r>
            <a:endParaRPr lang="es-PE" dirty="0"/>
          </a:p>
        </p:txBody>
      </p: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47626687-B765-CC5E-BBEC-A73AE24B4FC2}"/>
              </a:ext>
            </a:extLst>
          </p:cNvPr>
          <p:cNvCxnSpPr>
            <a:cxnSpLocks/>
            <a:stCxn id="12" idx="3"/>
            <a:endCxn id="49" idx="0"/>
          </p:cNvCxnSpPr>
          <p:nvPr/>
        </p:nvCxnSpPr>
        <p:spPr>
          <a:xfrm flipH="1">
            <a:off x="6742244" y="2617146"/>
            <a:ext cx="1571873" cy="213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Elipse 64">
            <a:extLst>
              <a:ext uri="{FF2B5EF4-FFF2-40B4-BE49-F238E27FC236}">
                <a16:creationId xmlns:a16="http://schemas.microsoft.com/office/drawing/2014/main" id="{93A4CF45-14F9-A471-A509-808C6B035E06}"/>
              </a:ext>
            </a:extLst>
          </p:cNvPr>
          <p:cNvSpPr/>
          <p:nvPr/>
        </p:nvSpPr>
        <p:spPr>
          <a:xfrm>
            <a:off x="9843589" y="3422615"/>
            <a:ext cx="960438" cy="43227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/>
              <a:t>que</a:t>
            </a:r>
            <a:endParaRPr lang="es-PE" sz="1600" dirty="0"/>
          </a:p>
        </p:txBody>
      </p:sp>
      <p:cxnSp>
        <p:nvCxnSpPr>
          <p:cNvPr id="66" name="Conector recto de flecha 65">
            <a:extLst>
              <a:ext uri="{FF2B5EF4-FFF2-40B4-BE49-F238E27FC236}">
                <a16:creationId xmlns:a16="http://schemas.microsoft.com/office/drawing/2014/main" id="{680AA8E2-8425-3ED5-3C94-62A42339E317}"/>
              </a:ext>
            </a:extLst>
          </p:cNvPr>
          <p:cNvCxnSpPr>
            <a:cxnSpLocks/>
            <a:stCxn id="22" idx="3"/>
            <a:endCxn id="65" idx="0"/>
          </p:cNvCxnSpPr>
          <p:nvPr/>
        </p:nvCxnSpPr>
        <p:spPr>
          <a:xfrm flipH="1">
            <a:off x="10323808" y="3242586"/>
            <a:ext cx="175298" cy="180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Elipse 72">
            <a:extLst>
              <a:ext uri="{FF2B5EF4-FFF2-40B4-BE49-F238E27FC236}">
                <a16:creationId xmlns:a16="http://schemas.microsoft.com/office/drawing/2014/main" id="{EE399266-BC89-C507-1D9A-9FE84AE9A6D6}"/>
              </a:ext>
            </a:extLst>
          </p:cNvPr>
          <p:cNvSpPr/>
          <p:nvPr/>
        </p:nvSpPr>
        <p:spPr>
          <a:xfrm>
            <a:off x="7070737" y="3422615"/>
            <a:ext cx="960438" cy="43227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/>
              <a:t>esto</a:t>
            </a:r>
            <a:endParaRPr lang="es-PE" sz="1600" dirty="0"/>
          </a:p>
        </p:txBody>
      </p:sp>
      <p:cxnSp>
        <p:nvCxnSpPr>
          <p:cNvPr id="74" name="Conector recto de flecha 73">
            <a:extLst>
              <a:ext uri="{FF2B5EF4-FFF2-40B4-BE49-F238E27FC236}">
                <a16:creationId xmlns:a16="http://schemas.microsoft.com/office/drawing/2014/main" id="{898F5C09-A123-F369-17BB-C53DD29E9A86}"/>
              </a:ext>
            </a:extLst>
          </p:cNvPr>
          <p:cNvCxnSpPr>
            <a:cxnSpLocks/>
            <a:stCxn id="49" idx="5"/>
            <a:endCxn id="73" idx="0"/>
          </p:cNvCxnSpPr>
          <p:nvPr/>
        </p:nvCxnSpPr>
        <p:spPr>
          <a:xfrm>
            <a:off x="7327644" y="3272792"/>
            <a:ext cx="223312" cy="1498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Elipse 84">
            <a:extLst>
              <a:ext uri="{FF2B5EF4-FFF2-40B4-BE49-F238E27FC236}">
                <a16:creationId xmlns:a16="http://schemas.microsoft.com/office/drawing/2014/main" id="{89B42003-6B05-3888-CBCF-8C3CD91C970B}"/>
              </a:ext>
            </a:extLst>
          </p:cNvPr>
          <p:cNvSpPr/>
          <p:nvPr/>
        </p:nvSpPr>
        <p:spPr>
          <a:xfrm>
            <a:off x="7482265" y="4000695"/>
            <a:ext cx="1392424" cy="43227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/>
              <a:t>funciona</a:t>
            </a:r>
            <a:endParaRPr lang="es-PE" sz="1600" dirty="0"/>
          </a:p>
        </p:txBody>
      </p:sp>
      <p:cxnSp>
        <p:nvCxnSpPr>
          <p:cNvPr id="86" name="Conector recto de flecha 85">
            <a:extLst>
              <a:ext uri="{FF2B5EF4-FFF2-40B4-BE49-F238E27FC236}">
                <a16:creationId xmlns:a16="http://schemas.microsoft.com/office/drawing/2014/main" id="{4DAA7F90-9F09-5682-CF11-4E52347FC0A6}"/>
              </a:ext>
            </a:extLst>
          </p:cNvPr>
          <p:cNvCxnSpPr>
            <a:cxnSpLocks/>
            <a:stCxn id="73" idx="5"/>
            <a:endCxn id="85" idx="0"/>
          </p:cNvCxnSpPr>
          <p:nvPr/>
        </p:nvCxnSpPr>
        <p:spPr>
          <a:xfrm>
            <a:off x="7890522" y="3791586"/>
            <a:ext cx="287955" cy="209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Elipse 89">
            <a:extLst>
              <a:ext uri="{FF2B5EF4-FFF2-40B4-BE49-F238E27FC236}">
                <a16:creationId xmlns:a16="http://schemas.microsoft.com/office/drawing/2014/main" id="{F654231C-73C2-F918-077B-3B872EEEC113}"/>
              </a:ext>
            </a:extLst>
          </p:cNvPr>
          <p:cNvSpPr/>
          <p:nvPr/>
        </p:nvSpPr>
        <p:spPr>
          <a:xfrm>
            <a:off x="8670542" y="4581484"/>
            <a:ext cx="509812" cy="43227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/>
              <a:t>lo</a:t>
            </a:r>
            <a:endParaRPr lang="es-PE" sz="1600" dirty="0"/>
          </a:p>
        </p:txBody>
      </p:sp>
      <p:cxnSp>
        <p:nvCxnSpPr>
          <p:cNvPr id="91" name="Conector recto de flecha 90">
            <a:extLst>
              <a:ext uri="{FF2B5EF4-FFF2-40B4-BE49-F238E27FC236}">
                <a16:creationId xmlns:a16="http://schemas.microsoft.com/office/drawing/2014/main" id="{CAC12F76-1BE2-1B23-5005-6F38A14A379F}"/>
              </a:ext>
            </a:extLst>
          </p:cNvPr>
          <p:cNvCxnSpPr>
            <a:cxnSpLocks/>
            <a:stCxn id="85" idx="5"/>
            <a:endCxn id="90" idx="0"/>
          </p:cNvCxnSpPr>
          <p:nvPr/>
        </p:nvCxnSpPr>
        <p:spPr>
          <a:xfrm>
            <a:off x="8670773" y="4369666"/>
            <a:ext cx="254675" cy="2118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Elipse 93">
            <a:extLst>
              <a:ext uri="{FF2B5EF4-FFF2-40B4-BE49-F238E27FC236}">
                <a16:creationId xmlns:a16="http://schemas.microsoft.com/office/drawing/2014/main" id="{DA83453A-D01C-6B85-D965-C29B50D2484F}"/>
              </a:ext>
            </a:extLst>
          </p:cNvPr>
          <p:cNvSpPr/>
          <p:nvPr/>
        </p:nvSpPr>
        <p:spPr>
          <a:xfrm>
            <a:off x="9254106" y="4004614"/>
            <a:ext cx="1069702" cy="43227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/>
              <a:t>ponga</a:t>
            </a:r>
            <a:endParaRPr lang="es-PE" sz="1600" dirty="0"/>
          </a:p>
        </p:txBody>
      </p:sp>
      <p:cxnSp>
        <p:nvCxnSpPr>
          <p:cNvPr id="103" name="Conector recto de flecha 102">
            <a:extLst>
              <a:ext uri="{FF2B5EF4-FFF2-40B4-BE49-F238E27FC236}">
                <a16:creationId xmlns:a16="http://schemas.microsoft.com/office/drawing/2014/main" id="{4C8A9F95-5D86-487B-0DCA-AFEA46BD0784}"/>
              </a:ext>
            </a:extLst>
          </p:cNvPr>
          <p:cNvCxnSpPr>
            <a:cxnSpLocks/>
            <a:stCxn id="65" idx="3"/>
            <a:endCxn id="94" idx="0"/>
          </p:cNvCxnSpPr>
          <p:nvPr/>
        </p:nvCxnSpPr>
        <p:spPr>
          <a:xfrm flipH="1">
            <a:off x="9788957" y="3791586"/>
            <a:ext cx="195285" cy="213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Elipse 106">
            <a:extLst>
              <a:ext uri="{FF2B5EF4-FFF2-40B4-BE49-F238E27FC236}">
                <a16:creationId xmlns:a16="http://schemas.microsoft.com/office/drawing/2014/main" id="{D3A9E79C-F99E-A7D1-0D7D-2DE09255952E}"/>
              </a:ext>
            </a:extLst>
          </p:cNvPr>
          <p:cNvSpPr/>
          <p:nvPr/>
        </p:nvSpPr>
        <p:spPr>
          <a:xfrm>
            <a:off x="5594580" y="3422614"/>
            <a:ext cx="647262" cy="43227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/>
              <a:t>en</a:t>
            </a:r>
            <a:endParaRPr lang="es-PE" sz="1600" dirty="0"/>
          </a:p>
        </p:txBody>
      </p:sp>
      <p:cxnSp>
        <p:nvCxnSpPr>
          <p:cNvPr id="108" name="Conector recto de flecha 107">
            <a:extLst>
              <a:ext uri="{FF2B5EF4-FFF2-40B4-BE49-F238E27FC236}">
                <a16:creationId xmlns:a16="http://schemas.microsoft.com/office/drawing/2014/main" id="{24538A4D-F812-8336-5529-4AE5BD165345}"/>
              </a:ext>
            </a:extLst>
          </p:cNvPr>
          <p:cNvCxnSpPr>
            <a:cxnSpLocks/>
            <a:stCxn id="49" idx="3"/>
            <a:endCxn id="107" idx="0"/>
          </p:cNvCxnSpPr>
          <p:nvPr/>
        </p:nvCxnSpPr>
        <p:spPr>
          <a:xfrm flipH="1">
            <a:off x="5918211" y="3272792"/>
            <a:ext cx="238632" cy="149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Elipse 112">
            <a:extLst>
              <a:ext uri="{FF2B5EF4-FFF2-40B4-BE49-F238E27FC236}">
                <a16:creationId xmlns:a16="http://schemas.microsoft.com/office/drawing/2014/main" id="{81FDBA30-CBEB-00F2-2950-3C8E4B0A54AD}"/>
              </a:ext>
            </a:extLst>
          </p:cNvPr>
          <p:cNvSpPr/>
          <p:nvPr/>
        </p:nvSpPr>
        <p:spPr>
          <a:xfrm>
            <a:off x="8263358" y="5235546"/>
            <a:ext cx="509812" cy="43227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/>
              <a:t>la</a:t>
            </a:r>
            <a:endParaRPr lang="es-PE" sz="1600" dirty="0"/>
          </a:p>
        </p:txBody>
      </p:sp>
      <p:cxnSp>
        <p:nvCxnSpPr>
          <p:cNvPr id="114" name="Conector recto de flecha 113">
            <a:extLst>
              <a:ext uri="{FF2B5EF4-FFF2-40B4-BE49-F238E27FC236}">
                <a16:creationId xmlns:a16="http://schemas.microsoft.com/office/drawing/2014/main" id="{526001EC-B42B-FFC2-8FD6-59FD5F83F741}"/>
              </a:ext>
            </a:extLst>
          </p:cNvPr>
          <p:cNvCxnSpPr>
            <a:cxnSpLocks/>
            <a:stCxn id="90" idx="3"/>
            <a:endCxn id="113" idx="0"/>
          </p:cNvCxnSpPr>
          <p:nvPr/>
        </p:nvCxnSpPr>
        <p:spPr>
          <a:xfrm flipH="1">
            <a:off x="8518264" y="4950455"/>
            <a:ext cx="226938" cy="285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Elipse 117">
            <a:extLst>
              <a:ext uri="{FF2B5EF4-FFF2-40B4-BE49-F238E27FC236}">
                <a16:creationId xmlns:a16="http://schemas.microsoft.com/office/drawing/2014/main" id="{56017160-11EA-621B-80F4-ACF771AF1D87}"/>
              </a:ext>
            </a:extLst>
          </p:cNvPr>
          <p:cNvSpPr/>
          <p:nvPr/>
        </p:nvSpPr>
        <p:spPr>
          <a:xfrm>
            <a:off x="8925448" y="5235546"/>
            <a:ext cx="883994" cy="43227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/>
              <a:t>línea</a:t>
            </a:r>
            <a:endParaRPr lang="es-PE" sz="1600" dirty="0"/>
          </a:p>
        </p:txBody>
      </p:sp>
      <p:cxnSp>
        <p:nvCxnSpPr>
          <p:cNvPr id="119" name="Conector recto de flecha 118">
            <a:extLst>
              <a:ext uri="{FF2B5EF4-FFF2-40B4-BE49-F238E27FC236}">
                <a16:creationId xmlns:a16="http://schemas.microsoft.com/office/drawing/2014/main" id="{2FD82758-ACE5-A221-6613-F25A745EDF30}"/>
              </a:ext>
            </a:extLst>
          </p:cNvPr>
          <p:cNvCxnSpPr>
            <a:cxnSpLocks/>
            <a:stCxn id="90" idx="5"/>
            <a:endCxn id="118" idx="0"/>
          </p:cNvCxnSpPr>
          <p:nvPr/>
        </p:nvCxnSpPr>
        <p:spPr>
          <a:xfrm>
            <a:off x="9105694" y="4950455"/>
            <a:ext cx="261751" cy="285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10363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22" grpId="0" animBg="1"/>
      <p:bldP spid="49" grpId="0" animBg="1"/>
      <p:bldP spid="65" grpId="0" animBg="1"/>
      <p:bldP spid="73" grpId="0" animBg="1"/>
      <p:bldP spid="85" grpId="0" animBg="1"/>
      <p:bldP spid="90" grpId="0" animBg="1"/>
      <p:bldP spid="94" grpId="0" animBg="1"/>
      <p:bldP spid="107" grpId="0" animBg="1"/>
      <p:bldP spid="113" grpId="0" animBg="1"/>
      <p:bldP spid="1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F1417-A585-6248-C00B-C65C2219A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Código: </a:t>
            </a:r>
            <a:r>
              <a:rPr lang="es-MX" dirty="0" err="1"/>
              <a:t>Class</a:t>
            </a:r>
            <a:r>
              <a:rPr lang="es-MX" dirty="0"/>
              <a:t> </a:t>
            </a:r>
            <a:r>
              <a:rPr lang="es-MX" dirty="0" err="1"/>
              <a:t>BinarySearchTree</a:t>
            </a:r>
            <a:r>
              <a:rPr lang="es-MX" dirty="0"/>
              <a:t> </a:t>
            </a:r>
            <a:endParaRPr lang="es-PE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245506D-3DFB-9AFF-4C42-BFB465902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1690687"/>
            <a:ext cx="5705475" cy="197689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186A14B-E158-5BBE-D115-1349056E3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384" y="2905125"/>
            <a:ext cx="5571416" cy="301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87104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F1417-A585-6248-C00B-C65C2219A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Código: </a:t>
            </a:r>
            <a:r>
              <a:rPr lang="es-MX" dirty="0" err="1"/>
              <a:t>Class</a:t>
            </a:r>
            <a:r>
              <a:rPr lang="es-MX" dirty="0"/>
              <a:t> </a:t>
            </a:r>
            <a:r>
              <a:rPr lang="es-MX" dirty="0" err="1"/>
              <a:t>BinarySearchTree</a:t>
            </a:r>
            <a:r>
              <a:rPr lang="es-MX" dirty="0"/>
              <a:t> </a:t>
            </a: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D6A54C2-FBD6-EA3A-9571-83E72D09B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21" y="1700848"/>
            <a:ext cx="5804391" cy="275751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BDA7A98-A66F-4FF6-C7DD-0A6CEA9E5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218" y="3429000"/>
            <a:ext cx="1533739" cy="295316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99FB517-E030-82D4-BF7F-529386855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4957" y="1397009"/>
            <a:ext cx="4301209" cy="315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46632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F1417-A585-6248-C00B-C65C2219A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Código: </a:t>
            </a:r>
            <a:r>
              <a:rPr lang="es-MX" dirty="0" err="1"/>
              <a:t>Class</a:t>
            </a:r>
            <a:r>
              <a:rPr lang="es-MX" dirty="0"/>
              <a:t> </a:t>
            </a:r>
            <a:r>
              <a:rPr lang="es-MX" dirty="0" err="1"/>
              <a:t>CrossReference</a:t>
            </a:r>
            <a:r>
              <a:rPr lang="es-MX" dirty="0"/>
              <a:t> </a:t>
            </a: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1B0CA1C-493B-6790-B733-4FE9C2022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0757"/>
            <a:ext cx="12192000" cy="408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06880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F1417-A585-6248-C00B-C65C2219A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Ejecución:</a:t>
            </a:r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DDE56A4-5FFD-AEC9-7F4B-D88C0F3AD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2188" y="1219940"/>
            <a:ext cx="2179416" cy="460099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2703043-50F8-F773-F533-8A86BBEA9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71" y="2671967"/>
            <a:ext cx="3281581" cy="169693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C075D9F-8DC3-FA87-B2BC-7C3F58848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341" y="1397008"/>
            <a:ext cx="4753826" cy="348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49771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F1417-A585-6248-C00B-C65C2219A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Diagrama UML:</a:t>
            </a:r>
            <a:endParaRPr lang="es-PE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78D4A97-5B56-6C11-2E3E-00C607466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113" y="2090550"/>
            <a:ext cx="9774014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0270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stintivo">
  <a:themeElements>
    <a:clrScheme name="Distintivo">
      <a:dk1>
        <a:sysClr val="windowText" lastClr="000000"/>
      </a:dk1>
      <a:lt1>
        <a:sysClr val="window" lastClr="FFFFFF"/>
      </a:lt1>
      <a:dk2>
        <a:srgbClr val="0B082E"/>
      </a:dk2>
      <a:lt2>
        <a:srgbClr val="F3F3F2"/>
      </a:lt2>
      <a:accent1>
        <a:srgbClr val="62B4C6"/>
      </a:accent1>
      <a:accent2>
        <a:srgbClr val="1B376E"/>
      </a:accent2>
      <a:accent3>
        <a:srgbClr val="9EBE55"/>
      </a:accent3>
      <a:accent4>
        <a:srgbClr val="C65E5E"/>
      </a:accent4>
      <a:accent5>
        <a:srgbClr val="D3BA55"/>
      </a:accent5>
      <a:accent6>
        <a:srgbClr val="96648A"/>
      </a:accent6>
      <a:hlink>
        <a:srgbClr val="62B4C6"/>
      </a:hlink>
      <a:folHlink>
        <a:srgbClr val="96648A"/>
      </a:folHlink>
    </a:clrScheme>
    <a:fontScheme name="Distintivo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stintiv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D71F8F05-6246-47AF-9E68-E57F6C93F7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Distintivo</Template>
  <TotalTime>111</TotalTime>
  <Words>51</Words>
  <Application>Microsoft Office PowerPoint</Application>
  <PresentationFormat>Panorámica</PresentationFormat>
  <Paragraphs>24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Gill Sans MT</vt:lpstr>
      <vt:lpstr>Impact</vt:lpstr>
      <vt:lpstr>Distintivo</vt:lpstr>
      <vt:lpstr>Caso 2: Referencia cruzada</vt:lpstr>
      <vt:lpstr>Problema</vt:lpstr>
      <vt:lpstr>Problema</vt:lpstr>
      <vt:lpstr>Código: Class Node</vt:lpstr>
      <vt:lpstr>Código: Class BinarySearchTree </vt:lpstr>
      <vt:lpstr>Código: Class BinarySearchTree </vt:lpstr>
      <vt:lpstr>Código: Class BinarySearchTree </vt:lpstr>
      <vt:lpstr>Código: Class BinarySearchTree </vt:lpstr>
      <vt:lpstr>Código: Class CrossReference </vt:lpstr>
      <vt:lpstr>Ejecución:</vt:lpstr>
      <vt:lpstr>Diagrama UML: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Caso 2: Referencia cruzada</dc:title>
  <dc:creator>Khalid Zaid Izquierdo Ayllón</dc:creator>
  <cp:lastModifiedBy>labomat1</cp:lastModifiedBy>
  <cp:revision>3</cp:revision>
  <dcterms:created xsi:type="dcterms:W3CDTF">2023-06-23T08:39:04Z</dcterms:created>
  <dcterms:modified xsi:type="dcterms:W3CDTF">2023-06-23T12:31:37Z</dcterms:modified>
</cp:coreProperties>
</file>